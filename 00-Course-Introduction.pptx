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66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slide. Introduce yourself and the course. Let participants settle in. This is a modern replacement for legacy M55238B, fully aligned with 2026 Microsoft 365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participants. Cover logistics: schedule, breaks, Wi-Fi, restrooms, how to ask questions. Get a quick show of hands on experience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yourself. Share your background, experience, and what makes you excited about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the course: modern replacement for M55238B, covers SPO/M365/Entra/Purview/PowerShell. Emphasize it is 2026-aligned with current admin center 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5 key outcomes. By end of 3 days, every learner should be able to do each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overview of the full 3-day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3-day map. Each day has a clear theme. Day 1 = foundations, Day 2 = information architecture, Day 3 =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view of Day 1 modules, topics, and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view of Day 2 modules: Permissions, Metadata, Search,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view of Day 3 modules: Compliance, OneDrive, PowerShell, Monitoring, Power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Before we start, let's set the context of where SharePoint fits in the M365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M365 platform: Azure AD/Entra at the base, SharePoint/OneDrive/Teams/Exchange as services, with Purview, Search, and Power Platform as cross-cutting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collaboration triangle. SharePoint provides content services, OneDrive provides personal storage, Teams provides the communication layer. They share a common content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Overview of tools admins will use throughout this course: admin centers, PowerShell, Graph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let's talk about the lab environment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shared demo tenant, participant accounts (P01-P10), and the Northwind scenario. Stress: no tenant-wide changes by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Northwind scenario: a fictional company whose SharePoint environment you'll administer. Labs build on each other using this consistent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a quick primer on the key concepts we'll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SPO in 2026: Cloud-only, Entra-integrated, Purview-compliant, AI-ready. No more on-prem. Modern admin center. Graph-based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participants coming from on-prem SharePoint, clarify the key differences. This course is 100% SharePoint Online / cloud-focused.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Practical tips for getting the most out of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for participant introductions. Each person shares: name, role, experience with SharePoint, and what they hope to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slide of the introduction. Transition to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Modern SharePoint Online</a:t>
            </a:r>
            <a:br/>
            <a:r>
              <a:t>for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294"/>
                </a:solidFill>
                <a:latin typeface="Segoe UI"/>
              </a:defRPr>
            </a:pPr>
            <a:r>
              <a:t>3-Day Instructor-Led Training  ·  2026 Aligned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Microsoft 365  ·  SharePoint Online  ·  Entra ID  ·  Purview  ·  PowerShell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937760"/>
            <a:ext cx="2103120" cy="36576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Replaces legacy M55238B  ·  MOC-style structure</a:t>
            </a:r>
            <a:br/>
            <a:r>
              <a:t>Modules + Topics + Hands-on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1B2F"/>
                </a:solidFill>
                <a:latin typeface="Segoe UI"/>
              </a:defRPr>
            </a:pPr>
            <a:r>
              <a:t>👋  Welcome!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Let's get settled before we begin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3 full days: 09:00 – 17:00</a:t>
            </a:r>
            <a:br/>
            <a:r>
              <a:t>Breaks every 90 minutes</a:t>
            </a:r>
            <a:br/>
            <a:r>
              <a:t>Lunch: 12:00 – 13:00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73152" cy="201168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Wi-Fi credentials provided</a:t>
            </a:r>
            <a:br/>
            <a:r>
              <a:t>Lab tenant credentials on your desk</a:t>
            </a:r>
            <a:br/>
            <a:r>
              <a:t>Bring your own device or use provided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73152" cy="201168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Ask anytime — we encourage it!</a:t>
            </a:r>
            <a:br/>
            <a:r>
              <a:t>Parking lot for deeper topics</a:t>
            </a:r>
            <a:br/>
            <a:r>
              <a:t>All materials provided digitally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73152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Expectations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72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Hands-on: ~40% theory, ~60% labs</a:t>
            </a:r>
            <a:br/>
            <a:r>
              <a:t>Real-world scenarios throughout</a:t>
            </a:r>
            <a:br/>
            <a:r>
              <a:t>No prior SharePoint admin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1B2F"/>
                </a:solidFill>
                <a:latin typeface="Segoe UI"/>
              </a:defRPr>
            </a:pPr>
            <a:r>
              <a:t>👨‍🏫  Meet Your Trainer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347472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5943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1645920"/>
            <a:ext cx="73152" cy="868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rPr lang="en-US" dirty="0"/>
              <a:t>Albert Jeremy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303520" y="2697480"/>
            <a:ext cx="5943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2697480"/>
            <a:ext cx="73152" cy="86868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743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rPr lang="en-US" dirty="0"/>
              <a:t>Microsoft Certified Trainer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303520" y="3749039"/>
            <a:ext cx="5943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0" y="3749039"/>
            <a:ext cx="73152" cy="86868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37947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605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rPr lang="en-US" dirty="0"/>
              <a:t>Global Edu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5303520" y="4800600"/>
            <a:ext cx="5943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0" y="4800600"/>
            <a:ext cx="73152" cy="868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rPr lang="en-ID"/>
              <a:t>https://www.linkedin.com/in/aljer8118/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5303520" y="5852160"/>
            <a:ext cx="594360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589788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rPr dirty="0"/>
              <a:t>💬</a:t>
            </a:r>
            <a:r>
              <a:rPr lang="en-US" dirty="0"/>
              <a:t> MCT, MCSA, M365 and Azure Security Architect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3 / 23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B0D9D79-E843-227F-36BA-082EF628B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097" y="1851659"/>
            <a:ext cx="2373086" cy="3559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1B2F"/>
                </a:solidFill>
                <a:latin typeface="Segoe UI"/>
              </a:defRPr>
            </a:pPr>
            <a:r>
              <a:t>About This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42424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3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4242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Segoe UI"/>
              </a:defRPr>
            </a:pPr>
            <a:r>
              <a:rPr dirty="0"/>
              <a:t>Intermediate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42424"/>
                </a:solidFill>
                <a:latin typeface="Segoe UI"/>
              </a:defRPr>
            </a:pPr>
            <a: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MOC-Format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42424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Segoe UI"/>
              </a:defRPr>
            </a:pPr>
            <a:r>
              <a:t>12 Hands-on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530352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👥  Target 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SharePoint Online Administrators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Microsoft 365 Administrators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IT Professionals managing collaboration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Helpdesk leads supporting SharePoint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260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53035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📋  Prerequisites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11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Basic Microsoft 365 administration knowledge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Familiarity with PowerShell fundamentals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Understanding of identity concepts (users, groups)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▸ Web browser and modern device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394960"/>
            <a:ext cx="758952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0" y="54406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🏅 Certification Alignment:  MS-102 (Microsoft 365 Administrator)  ·  SC-300 (Identity &amp; Access Administrator)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🎯  What You'll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By the end of this 3-day course, you will confidently: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Administer SharePoint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Using modern tools: admin centers, PowerShell, Graph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73152" cy="7772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Secure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06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Using Entra ID identities, Purview compliance, and sharing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73152" cy="7772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Design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566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Scalable site structures, metadata, and information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73152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Manage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5262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Configure Microsoft Search, managed properties, bookmarks &amp; verticals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73152" cy="7772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Automate Administration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486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PowerShell scripting, bulk operations, monitoring &amp; auditing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🗺️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Your 3-Day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12 Modules  ·  12 Labs  ·  From Foundations to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1B2F"/>
                </a:solidFill>
                <a:latin typeface="Segoe UI"/>
              </a:defRPr>
            </a:pPr>
            <a:r>
              <a:t>3-Day Course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56616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8D4"/>
                </a:solidFill>
                <a:latin typeface="Segoe UI"/>
              </a:defRPr>
            </a:pPr>
            <a:r>
              <a:t>🏗️ 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Tenant Foundations</a:t>
            </a:r>
            <a:br/>
            <a:r>
              <a:t>&amp; Site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8892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Modules 1 –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M365 &amp; SharePoint intro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Identity &amp; external sharing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Site collections &amp;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56616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294"/>
                </a:solidFill>
                <a:latin typeface="Segoe UI"/>
              </a:defRPr>
            </a:pPr>
            <a:r>
              <a:t>🗂️  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Information Architecture</a:t>
            </a:r>
            <a:br/>
            <a:r>
              <a:t>Search &amp; Customization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78892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Modules 4 –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Permissions &amp; collaboration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Metadata &amp; Term Store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Search &amp; Microsoft Search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Apps &amp; customization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566160" cy="914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69D6"/>
                </a:solidFill>
                <a:latin typeface="Segoe UI"/>
              </a:defRPr>
            </a:pPr>
            <a:r>
              <a:t>⚙️  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Governance, Compliance</a:t>
            </a:r>
            <a:br/>
            <a:r>
              <a:t>&amp;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8892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Modules 8 –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Purview &amp; compliance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OneDrive administration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PowerShell automation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Monitoring &amp; auditing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Power Platform (optional)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📅  Day 1 — Tenant Foundations &amp; Site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66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137160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Introduction to Microsoft 365</a:t>
            </a:r>
            <a:br/>
            <a:r>
              <a:t>and SharePoint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97480"/>
            <a:ext cx="26517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Key Topics: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M365 service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SharePoint admin centers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Service limits &amp; quotas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Hands-on Lab: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Lab: Explore the M365</a:t>
            </a:r>
            <a:br/>
            <a:r>
              <a:t>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188720"/>
            <a:ext cx="356616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0" y="1371600"/>
            <a:ext cx="1371600" cy="36576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Identity, Access, and</a:t>
            </a:r>
            <a:br/>
            <a:r>
              <a:t>External Sharing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697480"/>
            <a:ext cx="26517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Key Topics: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Entra ID fundamentals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Guest access &amp; B2B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External sharing 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66344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Hands-on Lab: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83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Lab: Configure Secure</a:t>
            </a:r>
            <a:br/>
            <a:r>
              <a:t>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18872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188720"/>
            <a:ext cx="356616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0" y="1371600"/>
            <a:ext cx="1371600" cy="36576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Working with</a:t>
            </a:r>
            <a:br/>
            <a:r>
              <a:t>Site Collections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697480"/>
            <a:ext cx="26517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Key Topics: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Team &amp; Communication sites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M365 Groups integration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Storage &amp; lifecycle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466344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Hands-on Lab: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983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Lab: Manage Site</a:t>
            </a:r>
            <a:br/>
            <a:r>
              <a:t>Collections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294"/>
                </a:solidFill>
                <a:latin typeface="Segoe UI"/>
              </a:defRPr>
            </a:pPr>
            <a:r>
              <a:t>📅  Day 2 — Information Architecture, Search &amp; Customization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9748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Permissions &amp;</a:t>
            </a:r>
            <a:br/>
            <a:r>
              <a:t>Collaboration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214884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Permission inheritance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Sharing links &amp; scopes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SP vs M365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26280"/>
            <a:ext cx="2423160" cy="100584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Design a</a:t>
            </a:r>
            <a:br/>
            <a:r>
              <a:t>Permission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69748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94760" y="137160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20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Metadata &amp;</a:t>
            </a:r>
            <a:br/>
            <a:r>
              <a:t>Term 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560320"/>
            <a:ext cx="214884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Information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Managed metadata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Term Store hierarchy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526280"/>
            <a:ext cx="2423160" cy="100584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5720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463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Create &amp; Manage</a:t>
            </a:r>
            <a:br/>
            <a:r>
              <a:t>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269748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75120" y="137160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920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Search &amp;</a:t>
            </a:r>
            <a:br/>
            <a:r>
              <a:t>Microsoft 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560320"/>
            <a:ext cx="214884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6974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Search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Bookmarks &amp; Q&amp;A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Search verticals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526280"/>
            <a:ext cx="2423160" cy="100584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5720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463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Configure Search</a:t>
            </a:r>
            <a:br/>
            <a:r>
              <a:t>Experience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18872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98280" y="1188720"/>
            <a:ext cx="26974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55480" y="137160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920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2424"/>
                </a:solidFill>
                <a:latin typeface="Segoe UI"/>
              </a:defRPr>
            </a:pPr>
            <a:r>
              <a:t>Apps &amp;</a:t>
            </a:r>
            <a:br/>
            <a:r>
              <a:t>Customization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2560320"/>
            <a:ext cx="214884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26974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SPFx overview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App Catalog</a:t>
            </a:r>
          </a:p>
          <a:p>
            <a:pPr>
              <a:spcAft>
                <a:spcPts val="600"/>
              </a:spcAft>
              <a:defRPr sz="1200">
                <a:solidFill>
                  <a:srgbClr val="242424"/>
                </a:solidFill>
                <a:latin typeface="Segoe UI"/>
              </a:defRPr>
            </a:pPr>
            <a:r>
              <a:t>• App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526280"/>
            <a:ext cx="2423160" cy="100584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45720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8463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Managing</a:t>
            </a:r>
            <a:br/>
            <a:r>
              <a:t>Apps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B69D6"/>
                </a:solidFill>
                <a:latin typeface="Segoe UI"/>
              </a:defRPr>
            </a:pPr>
            <a:r>
              <a:t>📅  Day 3 — Governance, Compliance &amp;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Purview &amp;</a:t>
            </a:r>
            <a:br/>
            <a:r>
              <a:t>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8288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Retention policies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Sensitivity labels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eDiscovery &amp; DLP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617720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Compliance</a:t>
            </a:r>
            <a:br/>
            <a:r>
              <a:t>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18872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51760" y="1188720"/>
            <a:ext cx="219456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34640" y="1371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OneDrive</a:t>
            </a:r>
            <a:br/>
            <a:r>
              <a:t>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468880"/>
            <a:ext cx="18288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Sharing &amp; sync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Storage policies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Device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617720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OneDrive</a:t>
            </a:r>
            <a:br/>
            <a:r>
              <a:t>Settings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18872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0" y="1188720"/>
            <a:ext cx="219456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212080" y="1371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PowerShell</a:t>
            </a:r>
            <a:br/>
            <a:r>
              <a:t>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468880"/>
            <a:ext cx="18288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0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SPO Management Shell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Graph PowerShell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Bulk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617720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Automate</a:t>
            </a:r>
            <a:br/>
            <a:r>
              <a:t>Admin Tasks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18872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06640" y="1188720"/>
            <a:ext cx="21945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89520" y="1371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Monitoring</a:t>
            </a:r>
            <a:br/>
            <a:r>
              <a:t>&amp; Auditing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2468880"/>
            <a:ext cx="18288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0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Audit logs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Usage analytics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Governance practices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4617720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Operational</a:t>
            </a:r>
            <a:br/>
            <a:r>
              <a:t>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118872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84080" y="1188720"/>
            <a:ext cx="2194560" cy="7315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966960" y="1371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Power Platform</a:t>
            </a:r>
            <a:br/>
            <a:r>
              <a:t>(Optional)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2468880"/>
            <a:ext cx="18288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5520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Power Automate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Power Apps basics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  <a:latin typeface="Segoe UI"/>
              </a:defRPr>
            </a:pPr>
            <a:r>
              <a:t>• Workflow governance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617720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🧪 Lab: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Lab: Request</a:t>
            </a:r>
            <a:br/>
            <a:r>
              <a:t>Workflow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Microsoft 365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Where SharePoint Online fits in the bigger picture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Microsoft 365 Platform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🔐  Foundation: Microsoft Entra ID (Identity + Access)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FF"/>
                </a:solidFill>
                <a:latin typeface="Segoe UI"/>
              </a:defRPr>
            </a:pPr>
            <a:r>
              <a:t>Authentication  ·  Authorization  ·  Conditional Access  ·  B2B/B2C  · 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25603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SharePoint</a:t>
            </a:r>
            <a:br/>
            <a:r>
              <a:t>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Sites · Libraries</a:t>
            </a:r>
            <a:br/>
            <a:r>
              <a:t>Content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56032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39" y="2560320"/>
            <a:ext cx="256032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19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19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OneDrive for</a:t>
            </a:r>
            <a:br/>
            <a: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19" y="37490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Personal files</a:t>
            </a:r>
            <a:br/>
            <a:r>
              <a:t>Sync &amp;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6032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560320"/>
            <a:ext cx="256032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39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B69D6"/>
                </a:solidFill>
                <a:latin typeface="Segoe UI"/>
              </a:defRPr>
            </a:pPr>
            <a:r>
              <a:t>Microsoft</a:t>
            </a:r>
            <a:br/>
            <a:r>
              <a:t>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7490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Chat · Meetings</a:t>
            </a:r>
            <a:br/>
            <a:r>
              <a:t>Channel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56032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2560320"/>
            <a:ext cx="25603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08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Exchange</a:t>
            </a:r>
            <a:br/>
            <a:r>
              <a:t>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7490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Mail · Calendar</a:t>
            </a:r>
            <a:br/>
            <a:r>
              <a:t>Contacts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Cross-Cutting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645920"/>
            <a:ext cx="2679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🔍 Microsoft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1645920"/>
            <a:ext cx="2679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🛡️ Microsoft Purview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1645920"/>
            <a:ext cx="2679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⚡ Power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1645920"/>
            <a:ext cx="2679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📊 Graph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The Collaboration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Three services, one content platform — understanding the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📡 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Team &amp; Communication sites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Document libraries &amp; lists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Intranet &amp; portals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Content services backbone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Metadata &amp; search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20040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1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☁️  OneDrive for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Personal file storage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Sync to desktop/mobile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Share files externally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Built ON SharePoint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Admin controls inherited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47472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69D6"/>
                </a:solidFill>
                <a:latin typeface="Segoe UI"/>
              </a:defRPr>
            </a:pPr>
            <a:r>
              <a:t>💬  Microsoft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Chat &amp; meetings hub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Channel-based collaboration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Files tab = SharePoint library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M365 Group drives permissions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Extensible with apps &amp; 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69D6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9496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54406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💡 Key Insight:  Every Teams channel stores files in a SharePoint document library. Every OneDrive is technically a personal SharePoint site collection. As a SharePoint admin, you manage all three.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🧰  Your Admin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Tools you'll use across all 3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Microsoft 365</a:t>
            </a:r>
            <a:br/>
            <a:r>
              <a:t>Admin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Tenant settings, users, groups,</a:t>
            </a:r>
            <a:br/>
            <a:r>
              <a:t>licenses, service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Cascadia Code"/>
              </a:defRPr>
            </a:pPr>
            <a:r>
              <a:t>admin.microsoft.com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SharePoint</a:t>
            </a:r>
            <a:br/>
            <a:r>
              <a:t>Admin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Sites, sharing policies, storage,</a:t>
            </a:r>
            <a:br/>
            <a:r>
              <a:t>term store,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54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Cascadia Code"/>
              </a:defRPr>
            </a:pPr>
            <a:r>
              <a:t>admin.sharepoint.com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69748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916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69D6"/>
                </a:solidFill>
                <a:latin typeface="Segoe UI"/>
              </a:defRPr>
            </a:pPr>
            <a:r>
              <a:t>Entra Admin</a:t>
            </a:r>
            <a:br/>
            <a:r>
              <a:t>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402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Identity, Conditional Access,</a:t>
            </a:r>
            <a:br/>
            <a:r>
              <a:t>app registrations, B2B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154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Cascadia Code"/>
              </a:defRPr>
            </a:pPr>
            <a:r>
              <a:t>entra.microsoft.com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55448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1554480"/>
            <a:ext cx="26974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6916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Microsoft Purview</a:t>
            </a:r>
            <a:br/>
            <a:r>
              <a:t>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2402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Compliance, retention, DLP,</a:t>
            </a:r>
            <a:br/>
            <a:r>
              <a:t>sensitivity labels, eDiscovery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54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Cascadia Code"/>
              </a:defRPr>
            </a:pPr>
            <a:r>
              <a:t>purview.microsoft.com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840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0" y="3840480"/>
            <a:ext cx="521208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97764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Segoe UI"/>
              </a:defRPr>
            </a:pPr>
            <a:r>
              <a:t>PowerShell &amp;</a:t>
            </a:r>
            <a:br/>
            <a:r>
              <a:t>Graph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5262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SPO Management Shell, Graph PS,</a:t>
            </a:r>
            <a:br/>
            <a:r>
              <a:t>bulk ops, reporting,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257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Cascadia Code"/>
              </a:defRPr>
            </a:pPr>
            <a:r>
              <a:t>Shell + Graph Explorer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Your sandbox for hands-on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🧪  Lab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Shared Demo 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Microsoft 365 E3/E5 demo tenant</a:t>
            </a:r>
            <a:br/>
            <a:r>
              <a:t>pre-configured with training users</a:t>
            </a:r>
            <a:br/>
            <a:r>
              <a:t>and Northwind scenario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73152" cy="19202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Your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You'll receive credentials:</a:t>
            </a:r>
            <a:br/>
            <a:r>
              <a:t>P01@tenant through P10@tenant</a:t>
            </a:r>
            <a:br/>
            <a:r>
              <a:t>SharePoint Admin role assigned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73152" cy="19202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Your Practice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776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NW-Pxx-ProjectSite (per participant)</a:t>
            </a:r>
            <a:br/>
            <a:r>
              <a:t>All labs scoped to YOUR site</a:t>
            </a:r>
            <a:br/>
            <a:r>
              <a:t>No tenant-wide changes!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8328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383280"/>
            <a:ext cx="73152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2424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Sample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776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Pre-loaded document templates:</a:t>
            </a:r>
            <a:br/>
            <a:r>
              <a:t>Contracts, metadata worksheets,</a:t>
            </a:r>
            <a:br/>
            <a:r>
              <a:t>test files for each lab exercise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669280"/>
            <a:ext cx="8503920" cy="59436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57150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⚠️ Shared Tenant Rule:  Work ONLY inside your assigned NW-Pxx site. Do NOT modify tenant-wide settings unless instructed by the trainer.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📋  The Northwind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Your training company — all labs are set in the Northwind universe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Northwind Traders is a mid-sized company with 500 employees across 3 offices. They've recently migrated to Microsoft 365 and need a SharePoint administrator to set up their collaboration environment. You've been hired as that admin. Over the next 3 days, you'll configure their tenant, build sites, manage permissions, implement compliance, and automate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Lab Progression — Each lab builds on the previous one: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7315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7673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Lab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76732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Set up tenant, configure identity &amp; sharing, create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7673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Day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59"/>
            <a:ext cx="73152" cy="41148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7024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Lab 4–5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7024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Design permissions, build metadata &amp; information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2702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Day 2a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79"/>
            <a:ext cx="73152" cy="41148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77316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Lab 6–7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77316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Configure search, deploy apps &amp;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77316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Day 2b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57800"/>
            <a:ext cx="73152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276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Lab 8–9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760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Implement compliance, configure OneDrive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276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Day 3a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73152" cy="4114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779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Lab 10–12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7790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Automate with PowerShell, audit &amp; monitor, build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779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Day 3b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Key Concepts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Setting the foundation before we dive 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SharePoint Online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What makes the modern platform different — and why this course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Cloud-Native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No servers to manage. Microsoft handles infrastructure, patching, and scaling. You focus on configuration and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73152" cy="128016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Entra-Integrated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57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Identity powered by Microsoft Entra ID. Zero Trust, Conditional Access, B2B collaboration built in from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39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063239"/>
            <a:ext cx="73152" cy="128016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003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Purview-Protected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6615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Compliance isn't an add-on. Retention, sensitivity labels, DLP, and eDiscovery are native to the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39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063239"/>
            <a:ext cx="73152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2003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1546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Graph-Powered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6615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Microsoft Graph API is the unified endpoint. PowerShell modules, admin centers, and apps all use Graph under the hood.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73152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Search-Unified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749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Microsoft Search spans SharePoint, OneDrive, Teams, and beyond. One search experience, admin-managed.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5720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572000"/>
            <a:ext cx="73152" cy="1280160"/>
          </a:xfrm>
          <a:prstGeom prst="rect">
            <a:avLst/>
          </a:prstGeom>
          <a:solidFill>
            <a:srgbClr val="88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00CC"/>
                </a:solidFill>
                <a:latin typeface="Segoe UI"/>
              </a:defRPr>
            </a:pPr>
            <a:r>
              <a:t>AI-Ready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749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Segoe UI"/>
              </a:defRPr>
            </a:pPr>
            <a:r>
              <a:t>Copilot for Microsoft 365 relies on SharePoint content. Good admin practices = better AI results.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SharePoint Online vs SharePoint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This course focuses exclusively on SharePoint Online (cloud)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90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90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SharePoint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842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Microsoft-managed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84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Your servers &amp; farms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04872"/>
            <a:ext cx="10698480" cy="4846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688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Continuous (automatic)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Manual patching cycles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9504"/>
            <a:ext cx="10698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953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9535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Microsoft Entra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535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Active Directory on-prem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74135"/>
            <a:ext cx="10698480" cy="4846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43814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438143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Modern admin centers + PowerShell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3814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Central Admin + 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58768"/>
            <a:ext cx="10698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9227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Customization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9227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SPFx, Power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22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Full-trust solutions, SPFx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43400"/>
            <a:ext cx="10698480" cy="4846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407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407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Pooled tenant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SQL Server databases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28032"/>
            <a:ext cx="10698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892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8920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Purview-native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92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Separate configuration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12664"/>
            <a:ext cx="10698480" cy="4846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376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766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Multi-tenant, global CDN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76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Capacity planning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97296"/>
            <a:ext cx="10698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8613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Cost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8613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Per-user licensing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861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Server licensing + hardware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💡  Tips for Getting the Most Out of This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Ask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There are no dumb questions. If you're confused, someone else probably is too. Speak up anytime or use the parking 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Do Every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Labs are where learning sticks. Follow the steps carefully, but also experiment. Your practice site is your sandbox.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39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91839"/>
            <a:ext cx="73152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4289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Take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8327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Jot down real-world connections: 'This would solve X problem at my organization.' These notes will be gold after the course.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73152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Help Each 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434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Pair up for labs. Explain concepts to your neighbor. Teaching is the best way to learn and verify your understanding.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59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394959"/>
            <a:ext cx="73152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42424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863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Use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48639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Every module links to official Microsoft documentation. Bookmark them! They'll be your go-to resource after the course ends.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1B2F"/>
                </a:solidFill>
                <a:latin typeface="Segoe UI"/>
              </a:defRPr>
            </a:pPr>
            <a:r>
              <a:t>🙋  Your Turn — Introductions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Let's get to know each other! Take 1 minute 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42424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Your Name &amp;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154680"/>
            <a:ext cx="17373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What's your job title and</a:t>
            </a:r>
            <a:br/>
            <a:r>
              <a:t>what do you do day-to-day?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4592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45920"/>
            <a:ext cx="265176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4242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294"/>
                </a:solidFill>
                <a:latin typeface="Segoe UI"/>
              </a:defRPr>
            </a:pPr>
            <a:r>
              <a:t>Your SharePoint</a:t>
            </a:r>
            <a:br/>
            <a:r>
              <a:t>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154680"/>
            <a:ext cx="17373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None / Basic User /</a:t>
            </a:r>
            <a:br/>
            <a:r>
              <a:t>Admin / Power User?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64592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1645920"/>
            <a:ext cx="265176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42424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What You Hope</a:t>
            </a:r>
            <a:br/>
            <a:r>
              <a:t>to Learn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3154680"/>
            <a:ext cx="17373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39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One skill or topic you</a:t>
            </a:r>
            <a:br/>
            <a:r>
              <a:t>want to master by Day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164592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19" y="164592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39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42424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One Fun Fact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19" y="3154680"/>
            <a:ext cx="17373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Something interesting</a:t>
            </a:r>
            <a:br/>
            <a:r>
              <a:t>about you — keep it light!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🎤 Trainer will go first to break the ice!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Modern SharePoint Online for Administrators  |  Course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Ready? Let's Begin! 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294"/>
                </a:solidFill>
                <a:latin typeface="Segoe UI"/>
              </a:defRPr>
            </a:pPr>
            <a:r>
              <a:t>Next → Module 1: Introduction to Microsoft 365 and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3 Days  ·  12 Modules  ·  12 Labs  ·  1 Goal:</a:t>
            </a:r>
            <a:br/>
            <a:r>
              <a:t>Make you a confident, modern SharePoint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577840"/>
            <a:ext cx="2103120" cy="36576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2610</Words>
  <Application>Microsoft Office PowerPoint</Application>
  <PresentationFormat>Widescreen</PresentationFormat>
  <Paragraphs>438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 Jeremy</cp:lastModifiedBy>
  <cp:revision>3</cp:revision>
  <dcterms:created xsi:type="dcterms:W3CDTF">2013-01-27T09:14:16Z</dcterms:created>
  <dcterms:modified xsi:type="dcterms:W3CDTF">2026-02-08T19:51:18Z</dcterms:modified>
  <cp:category/>
</cp:coreProperties>
</file>