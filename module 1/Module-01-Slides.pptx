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participants. Introduce yourself and set the stage for 3 days of hands-on SharePoint Online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so participants know what to expect from this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learning objectives. These align with what participants will be assessed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the SharePoint Online overview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SharePoint Online is the content and collaboration backbone of Microsoft 365. Emphasize that it's not just a file store — it powers intranets, content services, and integrated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key areas a SharePoint admin manages day-to-day.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the integration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insight: SharePoint is the content layer; Teams is the collaboration UX; OneDrive is personal storage built on SharePoint technology. Files uploaded in Teams channels go to SharePoint; files in private chat go to OneDrive.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new Team is created, Microsoft 365 automatically provisions: an M365 Group, a SharePoint Team site, an Exchange shared mailbox, a OneNote notebook, and Planner. This means every Team already has a SharePoint site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licensing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SharePoint, OneDrive, and Teams are included in most M365/O365 plans. Storage is pooled at the tenant level: 1 TB base + 10 GB per license. Frontline (F1/F3) plans have limited storage. Standalone SharePoint plans exist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standalone options for orgs that don't need full M365. SharePoint Plan 1 &amp; 2, OneDrive Plan 1 &amp; 2 are available. Compliance features (retention, DLP, eDiscovery) require E3/E5 or Purview add-ons.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architecture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many 'SharePoint issues' are actually identity/policy issues. SharePoint doesn't exist in isolation — it depends on Entra ID for auth, Purview for compliance,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Cross-service dependencies: a user can't access a SharePoint site if Conditional Access blocks them, even though SharePoint config looks fine. Train admins to think across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the 'service health first' habit. Check service health before troubleshooting. Review message center to understand upcoming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SharePoint admin center focuses on sites, policies, and storage. UI labels can change — teach finding categories, not memorizing clicks.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comparison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conceptual. Avoid deep feature checklists. Focus on the operating model difference: cloud-operated vs self-operated.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limits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memorize numbers. Limits change. Always verify in official docs. Document which limit matters to YOUR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shared-tenant rules. Emphasize participant IDs and collision avoidance.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learners should capture in validation checkpoints during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discussion slide. Encourage short answers. Gauge baseline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294"/>
                </a:solidFill>
                <a:latin typeface="Segoe UI Semibold"/>
              </a:defRPr>
            </a:pPr>
            <a:r>
              <a:t>MODERN SHAREPOINT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 Light"/>
              </a:defRPr>
            </a:pPr>
            <a:r>
              <a:t>for Administrators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Segoe UI"/>
              </a:defRPr>
            </a:pPr>
            <a:r>
              <a:t>3-Day Instructor-Led Training  ·  2026 Aligned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Introduction to Microsoft 365 &amp; SharePoint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Segoe UI"/>
              </a:defRPr>
            </a:pPr>
            <a:r>
              <a:t>Day 1  ·  Tenant Foundations &amp; Site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Segoe UI"/>
              </a:defRPr>
            </a:pPr>
            <a:r>
              <a:t>📋  Module 1 Agenda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34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Segoe UI"/>
              </a:defRPr>
            </a:pPr>
            <a:r>
              <a:t>SharePoint Online Overview — What it is &amp; why it matters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Segoe UI"/>
              </a:defRPr>
            </a:pPr>
            <a:r>
              <a:t>SharePoint, OneDrive &amp; Teams — How they work together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Segoe UI"/>
              </a:defRPr>
            </a:pPr>
            <a:r>
              <a:t>Microsoft 365 Licensing — Plans that include SharePoint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Segoe UI"/>
              </a:defRPr>
            </a:pPr>
            <a:r>
              <a:t>Microsoft 365 Admin Mental Model — Architecture overview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11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Segoe UI"/>
              </a:defRPr>
            </a:pPr>
            <a:r>
              <a:t>Admin Centers — M365 &amp; SharePoint admin portals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Segoe UI"/>
              </a:defRPr>
            </a:pPr>
            <a:r>
              <a:t>SPO vs SP Server — Conceptual comparison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00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Segoe UI"/>
              </a:defRPr>
            </a:pPr>
            <a:r>
              <a:t>Service Limits &amp; Boundaries — How to approach them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349240"/>
            <a:ext cx="457200" cy="4572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Segoe UI"/>
              </a:defRPr>
            </a:pPr>
            <a:r>
              <a:t>Lab 1 Preview &amp; Knowledge Check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Segoe UI"/>
              </a:defRPr>
            </a:pPr>
            <a:r>
              <a:t>🎯  Module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42424"/>
                </a:solidFill>
                <a:latin typeface="Segoe UI"/>
              </a:defRPr>
            </a:pPr>
            <a:r>
              <a:t>✅ Describe Microsoft 365 service architecture at a practical admin level</a:t>
            </a:r>
          </a:p>
          <a:p>
            <a:pPr>
              <a:spcAft>
                <a:spcPts val="600"/>
              </a:spcAft>
              <a:defRPr sz="1800">
                <a:solidFill>
                  <a:srgbClr val="242424"/>
                </a:solidFill>
                <a:latin typeface="Segoe UI"/>
              </a:defRPr>
            </a:pPr>
            <a:r>
              <a:t>✅ Explain the role of SharePoint Online in Microsoft 365 collaboration and content services</a:t>
            </a:r>
          </a:p>
          <a:p>
            <a:pPr>
              <a:spcAft>
                <a:spcPts val="600"/>
              </a:spcAft>
              <a:defRPr sz="1800">
                <a:solidFill>
                  <a:srgbClr val="242424"/>
                </a:solidFill>
                <a:latin typeface="Segoe UI"/>
              </a:defRPr>
            </a:pPr>
            <a:r>
              <a:t>✅ Compare SharePoint Online and SharePoint Server conceptually</a:t>
            </a:r>
          </a:p>
          <a:p>
            <a:pPr>
              <a:spcAft>
                <a:spcPts val="600"/>
              </a:spcAft>
              <a:defRPr sz="1800">
                <a:solidFill>
                  <a:srgbClr val="242424"/>
                </a:solidFill>
                <a:latin typeface="Segoe UI"/>
              </a:defRPr>
            </a:pPr>
            <a:r>
              <a:t>✅ Navigate Microsoft 365 admin center and SharePoint admin center for baseline tenant checks</a:t>
            </a:r>
          </a:p>
          <a:p>
            <a:pPr>
              <a:spcAft>
                <a:spcPts val="600"/>
              </a:spcAft>
              <a:defRPr sz="1800">
                <a:solidFill>
                  <a:srgbClr val="242424"/>
                </a:solidFill>
                <a:latin typeface="Segoe UI"/>
              </a:defRPr>
            </a:pPr>
            <a:r>
              <a:t>✅ Locate and interpret service limits, quotas, and boundaries using official Microsoft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SharePoint Online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What it is, what it does, and why admins should care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Segoe UI"/>
              </a:defRPr>
            </a:pPr>
            <a:r>
              <a:t>What is SharePoint Online?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06060"/>
                </a:solidFill>
                <a:latin typeface="Segoe UI"/>
              </a:defRPr>
            </a:pPr>
            <a:r>
              <a:t>SharePoint Online is the content &amp; collaboration platform in Microsoft 365 that helps organizations share and manage content, knowledge, and applications.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8D4"/>
                </a:solidFill>
                <a:latin typeface="Segoe UI"/>
              </a:defRPr>
            </a:pPr>
            <a:r>
              <a:t>🏗️ 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Team sites, Communication</a:t>
            </a:r>
            <a:br/>
            <a:r>
              <a:t>sites, Hub sites for</a:t>
            </a:r>
            <a:br/>
            <a:r>
              <a:t>collaboration &amp; publishing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28600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651760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294"/>
                </a:solidFill>
                <a:latin typeface="Segoe UI"/>
              </a:defRPr>
            </a:pPr>
            <a:r>
              <a:t>📁 Document Libraries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00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Controlled storage with</a:t>
            </a:r>
            <a:br/>
            <a:r>
              <a:t>versioning, metadata,</a:t>
            </a:r>
            <a:br/>
            <a:r>
              <a:t>co-authoring &amp; sharing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651760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B69D6"/>
                </a:solidFill>
                <a:latin typeface="Segoe UI"/>
              </a:defRPr>
            </a:pPr>
            <a:r>
              <a:t>🔍 Content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Microsoft Search, content</a:t>
            </a:r>
            <a:br/>
            <a:r>
              <a:t>types, managed metadata,</a:t>
            </a:r>
            <a:br/>
            <a:r>
              <a:t>retention &amp; compliance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28600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Segoe UI"/>
              </a:defRPr>
            </a:pPr>
            <a:r>
              <a:t>⚡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200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Powers Teams files,</a:t>
            </a:r>
            <a:br/>
            <a:r>
              <a:t>OneDrive storage,</a:t>
            </a:r>
            <a:br/>
            <a:r>
              <a:t>Power Platform connectors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Common SharePoint Admin Responsibilities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94360" cy="59436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42424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Tenant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Sharing, access control, external collaboration settings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94360" cy="59436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0574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42424"/>
                </a:solidFill>
                <a:latin typeface="Segoe UI"/>
              </a:defRPr>
            </a:pPr>
            <a: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Site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Creation, ownership, storage quotas, deletion &amp; restore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594360" cy="59436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8803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42424"/>
                </a:solidFill>
                <a:latin typeface="Segoe UI"/>
              </a:defRPr>
            </a:pPr>
            <a:r>
              <a:t>🏷️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Information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54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Metadata, term store, content types (covered later)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94360" cy="59436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703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42424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Operational 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77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Service health dashboard, message center, admin notifications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80560"/>
            <a:ext cx="594360" cy="59436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5262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42424"/>
                </a:solidFill>
                <a:latin typeface="Segoe UI"/>
              </a:defRPr>
            </a:pPr>
            <a:r>
              <a:t>⚖️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Governance &amp;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00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Purview policies, audit visibility, retention alignment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SharePoint + OneDrive +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Understanding the relationship between Microsoft 365's collaboration pillars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The Microsoft 365 Collaboration Triangle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56616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SharePoint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Content platform</a:t>
            </a:r>
            <a:br/>
            <a:r>
              <a:t>&amp; intranet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📄 Shared document libraries</a:t>
            </a:r>
            <a:br/>
            <a:r>
              <a:t>🌐 Team &amp; communication sites</a:t>
            </a:r>
            <a:br/>
            <a:r>
              <a:t>🔎 Enterprise search</a:t>
            </a:r>
            <a:br/>
            <a:r>
              <a:t>🏷️ Metadata &amp; 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8016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280160"/>
            <a:ext cx="3566160" cy="9144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69D6"/>
                </a:solidFill>
                <a:latin typeface="Segoe UI"/>
              </a:defRPr>
            </a:pPr>
            <a:r>
              <a:t>Microsoft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Collaboration hub</a:t>
            </a:r>
            <a:br/>
            <a:r>
              <a:t>&amp; user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7432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💬 Chat &amp; channels</a:t>
            </a:r>
            <a:br/>
            <a:r>
              <a:t>📹 Meetings &amp; calls</a:t>
            </a:r>
            <a:br/>
            <a:r>
              <a:t>📋 Tabs &amp; apps</a:t>
            </a:r>
            <a:br/>
            <a:r>
              <a:t>📁 Files tab → SharePoint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8016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80160"/>
            <a:ext cx="3566160" cy="914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294"/>
                </a:solidFill>
                <a:latin typeface="Segoe UI"/>
              </a:defRPr>
            </a:pPr>
            <a:r>
              <a:t>OneDrive for 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Personal cloud storage</a:t>
            </a:r>
            <a:br/>
            <a:r>
              <a:t>powered by SharePoint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432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👤 Individual file storage</a:t>
            </a:r>
            <a:br/>
            <a:r>
              <a:t>🔄 Sync to desktop</a:t>
            </a:r>
            <a:br/>
            <a:r>
              <a:t>↗️ Easy sharing via links</a:t>
            </a:r>
            <a:br/>
            <a:r>
              <a:t>💬 Private chat files land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🔑 Key: Files shared in Teams channels are stored in SharePoint. Files in private chats are stored in the sender's OneDrive.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What Happens When You Create a Team?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Every new Microsoft Team automatically provisions these resources: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011680"/>
            <a:ext cx="2148840" cy="2560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21488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42424"/>
                </a:solidFill>
                <a:latin typeface="Segoe UI"/>
              </a:defRPr>
            </a:pPr>
            <a:r>
              <a:t>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Microsoft 365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375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Unified identity &amp; membership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2011680"/>
            <a:ext cx="2148840" cy="2560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40" y="2011680"/>
            <a:ext cx="214884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240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42424"/>
                </a:solidFill>
                <a:latin typeface="Segoe UI"/>
              </a:defRPr>
            </a:pPr>
            <a:r>
              <a:t>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8346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294"/>
                </a:solidFill>
                <a:latin typeface="Segoe UI"/>
              </a:defRPr>
            </a:pPr>
            <a:r>
              <a:t>SharePoint Team 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3375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Document library for channel 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2011680"/>
            <a:ext cx="2148840" cy="2560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2011680"/>
            <a:ext cx="2148840" cy="54864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240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42424"/>
                </a:solidFill>
                <a:latin typeface="Segoe UI"/>
              </a:defRPr>
            </a:pPr>
            <a:r>
              <a:t>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346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69D6"/>
                </a:solidFill>
                <a:latin typeface="Segoe UI"/>
              </a:defRPr>
            </a:pPr>
            <a:r>
              <a:t>Exchange Shared Mailbox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3375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Group conversations &amp; calendar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2011680"/>
            <a:ext cx="2148840" cy="2560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80" y="2011680"/>
            <a:ext cx="214884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240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42424"/>
                </a:solidFill>
                <a:latin typeface="Segoe UI"/>
              </a:defRPr>
            </a:pPr>
            <a:r>
              <a:t>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8346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OneNote Notebook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3375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Shared notebook for the team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2011680"/>
            <a:ext cx="2148840" cy="2560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0" y="2011680"/>
            <a:ext cx="214884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2240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42424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8346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Planner 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3375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Task management for the group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93776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983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78D4"/>
                </a:solidFill>
                <a:latin typeface="Segoe UI"/>
              </a:defRPr>
            </a:pPr>
            <a:r>
              <a:t>💡 Admin Insight: Many sites in your SharePoint admin center are Teams-connected. Deleting a site can impact Teams!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Microsoft 365 Licensing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Which plans include SharePoint Online, OneDrive, and Teams?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Microsoft 365 Plans — SharePoint Inclusion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Plan Family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SharePoint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OneDrive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Teams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Desktop Apps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Business Basic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Business 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Business Premium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Enterprise E3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Enterprise E5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Frontline F1/F3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 (limited)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 (2 GB)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❌ / ✅*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294"/>
                </a:solidFill>
                <a:latin typeface="Segoe UI"/>
              </a:defRPr>
            </a:pPr>
            <a:r>
              <a:t>📦 Tenant Storage: 1 TB base + 10 GB per licensed user  |  Max per site: 25 TB  |  Up to 2 million sites per org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Standalone Plans &amp; Key Add-ons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3152" cy="5486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2424"/>
                </a:solidFill>
                <a:latin typeface="Segoe UI"/>
              </a:defRPr>
            </a:pPr>
            <a:r>
              <a:t>SharePoint Online Plan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Basic sites, document libraries, external sharing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5486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2424"/>
                </a:solidFill>
                <a:latin typeface="Segoe UI"/>
              </a:defRPr>
            </a:pPr>
            <a:r>
              <a:t>SharePoint Online Plan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Plan 1 + advanced search, enterprise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73152" cy="5486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2424"/>
                </a:solidFill>
                <a:latin typeface="Segoe UI"/>
              </a:defRPr>
            </a:pPr>
            <a:r>
              <a:t>OneDrive for Business Plan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Personal storage (1 TB per user)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73152" cy="5486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2424"/>
                </a:solidFill>
                <a:latin typeface="Segoe UI"/>
              </a:defRPr>
            </a:pPr>
            <a:r>
              <a:t>OneDrive for Business Plan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Plan 1 + unlimited storage, advanced compliance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73152" cy="5486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2424"/>
                </a:solidFill>
                <a:latin typeface="Segoe UI"/>
              </a:defRPr>
            </a:pPr>
            <a:r>
              <a:t>Microsoft Purview Add-ons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89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Retention, DLP, eDiscovery — if not in your base plan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73152" cy="5486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2424"/>
                </a:solidFill>
                <a:latin typeface="Segoe UI"/>
              </a:defRPr>
            </a:pPr>
            <a:r>
              <a:t>Power Platform Add-ons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20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Additional AI Builder credits, premium connectors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66928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78D4"/>
                </a:solidFill>
                <a:latin typeface="Segoe UI"/>
              </a:defRPr>
            </a:pPr>
            <a:r>
              <a:t>💡 Tip: You can combine Enterprise, Business, and standalone plans within a single tenant.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Microsoft 365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The admin mental model for SharePoint professionals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Microsoft 365: The Admin Mental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10058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8D4"/>
                </a:solidFill>
                <a:latin typeface="Segoe UI"/>
              </a:defRPr>
            </a:pPr>
            <a:r>
              <a:t>🔑 Identity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2424"/>
                </a:solidFill>
                <a:latin typeface="Segoe UI"/>
              </a:defRPr>
            </a:pPr>
            <a:r>
              <a:t>Microsoft Entra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258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Authentication, authorization, Conditional Access, device policies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11247120" cy="10058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109728" cy="10058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294"/>
                </a:solidFill>
                <a:latin typeface="Segoe UI"/>
              </a:defRPr>
            </a:pPr>
            <a:r>
              <a:t>⚙️ Workloads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2424"/>
                </a:solidFill>
                <a:latin typeface="Segoe UI"/>
              </a:defRPr>
            </a:pPr>
            <a:r>
              <a:t>SharePoint · OneDrive · Teams · Exchange · Purview ·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6060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The services your users interact with — each has its own admin surface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39"/>
            <a:ext cx="11247120" cy="10058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109728" cy="100584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947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B69D6"/>
                </a:solidFill>
                <a:latin typeface="Segoe UI"/>
              </a:defRPr>
            </a:pPr>
            <a:r>
              <a:t>🖥️ Admin Surfaces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1479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2424"/>
                </a:solidFill>
                <a:latin typeface="Segoe UI"/>
              </a:defRPr>
            </a:pPr>
            <a:r>
              <a:t>M365 Admin Center + Workload Admin Centers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86199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Central portal for tenant-wide config; workload portals for service-specific settings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29200"/>
            <a:ext cx="11247120" cy="10058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109728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Segoe UI"/>
              </a:defRPr>
            </a:pPr>
            <a:r>
              <a:t>🤖 Automation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2424"/>
                </a:solidFill>
                <a:latin typeface="Segoe UI"/>
              </a:defRPr>
            </a:pPr>
            <a:r>
              <a:t>Microsoft Graph API + PowerShell Modules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1663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Programmatic access for reporting, bulk operations, and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Why This Matters to SharePoint Admins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⚠️ Identity &amp; access policies (Entra ID, Conditional Access) control who can reach SharePoint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⚠️ Compliance controls (Microsoft Purview) govern retention, DLP, and sensitivity labels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⚠️ Search &amp; content experiences are integrated across all Microsoft 365 workloads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⚠️ Teams file storage IS SharePoint — admin changes affect both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⚠️ OneDrive inherits SharePoint sharing policies (OneDrive ≤ SharePoint)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⚠️ Power Platform connectors rely on SharePoint for content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02920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🔎 Many 'SharePoint issues' are actually identity or policy issues originating outside SharePoint.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Microsoft 365 Admin Center — For SPO Admins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91440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🔍 Service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06060"/>
                </a:solidFill>
                <a:latin typeface="Segoe UI"/>
              </a:defRPr>
            </a:pPr>
            <a:r>
              <a:t>Is it you or is it the service? Check here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91440" cy="91440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294"/>
                </a:solidFill>
                <a:latin typeface="Segoe UI"/>
              </a:defRPr>
            </a:pPr>
            <a:r>
              <a:t>📢 Message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06060"/>
                </a:solidFill>
                <a:latin typeface="Segoe UI"/>
              </a:defRPr>
            </a:pPr>
            <a:r>
              <a:t>Upcoming changes that may impact SharePoint governance.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91440" cy="91440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69D6"/>
                </a:solidFill>
                <a:latin typeface="Segoe UI"/>
              </a:defRPr>
            </a:pPr>
            <a:r>
              <a:t>👤 Roles &amp; Licenses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40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06060"/>
                </a:solidFill>
                <a:latin typeface="Segoe UI"/>
              </a:defRPr>
            </a:pPr>
            <a:r>
              <a:t>Confirm admin roles and user licensing assignments.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91440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📧 Tenant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37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06060"/>
                </a:solidFill>
                <a:latin typeface="Segoe UI"/>
              </a:defRPr>
            </a:pPr>
            <a:r>
              <a:t>Verify tenant name, domains, and subscription info.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✅ Good 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Segoe UI"/>
              </a:defRPr>
            </a:pPr>
            <a:r>
              <a:t>1) Service health first → 2) Message center next → 3) Then investigate your config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SharePoint Admin Center (Modern)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4572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42424"/>
                </a:solidFill>
                <a:latin typeface="Segoe UI"/>
              </a:defRPr>
            </a:pPr>
            <a:r>
              <a:t>Sites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Create, view, manage all site collections at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457200" cy="45720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42424"/>
                </a:solidFill>
                <a:latin typeface="Segoe UI"/>
              </a:defRPr>
            </a:pPr>
            <a:r>
              <a:t>Sharing &amp; Access Policies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12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Tenant-wide sharing defaults, guest access, link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457200" cy="457200"/>
          </a:xfrm>
          <a:prstGeom prst="round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42424"/>
                </a:solidFill>
                <a:latin typeface="Segoe UI"/>
              </a:defRPr>
            </a:pPr>
            <a:r>
              <a:t>Storage &amp; 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443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Monitor storage consumption, set quotas, view usage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4572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42424"/>
                </a:solidFill>
                <a:latin typeface="Segoe UI"/>
              </a:defRPr>
            </a:pPr>
            <a:r>
              <a:t>Settings &amp; Org-wide 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758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Default site creation, notifications, API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45720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42424"/>
                </a:solidFill>
                <a:latin typeface="Segoe UI"/>
              </a:defRPr>
            </a:pPr>
            <a:r>
              <a:t>Content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074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Term store, content type hub, search schema (linked)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78D4"/>
                </a:solidFill>
                <a:latin typeface="Segoe UI"/>
              </a:defRPr>
            </a:pPr>
            <a:r>
              <a:t>📌 Navigation principle: Understand which settings are tenant-wide vs site-specific, and which are 'policy' vs 'operational configuration'.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⚖️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SPO vs SharePoint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A conceptual comparison for modern admins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SharePoint Online vs SharePoint Server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51960"/>
                <a:gridCol w="42519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SharePoint Online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SharePoint Server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Deployment &amp; Ownership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Microsoft operates the service;</a:t>
                      </a:r>
                    </a:p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you control config &amp; governance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Your infrastructure, patching,</a:t>
                      </a:r>
                    </a:p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upgrades, capacity planning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Change Cadence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Continuous service updates;</a:t>
                      </a:r>
                    </a:p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focus on governance &amp; adoption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Changes follow your maintenance</a:t>
                      </a:r>
                    </a:p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and upgrade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Integration Model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Designed for M365 integration</a:t>
                      </a:r>
                    </a:p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(Entra ID, Purview, Teams, Graph)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Often requires custom design</a:t>
                      </a:r>
                    </a:p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and on-prem dependencies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Customization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Client-side solutions, SPFx,</a:t>
                      </a:r>
                    </a:p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API-based (Graph/REST)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Farm solutions, server-side</a:t>
                      </a:r>
                    </a:p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customization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294"/>
                </a:solidFill>
                <a:latin typeface="Segoe UI"/>
              </a:defRPr>
            </a:pPr>
            <a:r>
              <a:t>🎯 Admin Takeaway: SPO administration = policy + governance + lifecycle + integration (not server ops)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Service Limits &amp;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How to approach platform constraints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Service Limits, Quotas &amp;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42424"/>
                </a:solidFill>
                <a:latin typeface="Segoe UI"/>
              </a:defRPr>
            </a:pPr>
            <a:r>
              <a:t>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8D4"/>
                </a:solidFill>
                <a:latin typeface="Segoe UI"/>
              </a:defRPr>
            </a:pPr>
            <a:r>
              <a:t>Limits /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Hard platform constraints — what the service CAN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42424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8D4"/>
                </a:solidFill>
                <a:latin typeface="Segoe UI"/>
              </a:defRPr>
            </a:pPr>
            <a:r>
              <a:t>Quotas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12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Configurable allocations (e.g., storage per site)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42424"/>
                </a:solidFill>
                <a:latin typeface="Segoe UI"/>
              </a:defRPr>
            </a:pPr>
            <a:r>
              <a:t>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8D4"/>
                </a:solidFill>
                <a:latin typeface="Segoe UI"/>
              </a:defRPr>
            </a:pPr>
            <a:r>
              <a:t>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443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Guidance for performance and manageability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2424"/>
                </a:solidFill>
                <a:latin typeface="Segoe UI"/>
              </a:defRPr>
            </a:pPr>
            <a:r>
              <a:t>Key Numbers (verify in docs — these change!):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📌 Max 25 TB per site collection</a:t>
            </a:r>
          </a:p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📌 Up to 2 million sites per organization</a:t>
            </a:r>
          </a:p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📌 30 million items per list/library (but 5,000 list view threshold)</a:t>
            </a:r>
          </a:p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📌 Tenant storage = 1 TB + 10 GB per licensed user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✅ Safe approach: Don't memorize → Verify in Microsoft Learn → Document scenario-specific limits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🏢 Lab Scenario &amp; Shared Tenant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📋 Scenario: Project Northwind Intranet Modernization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📋 One tenant shared by: Trainer + 10 Admin Participants (P01–P10)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📋 Use your Participant ID for all site/group/resource naming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📋 Avoid tenant-wide changes unless marked as Trainer-only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📋 Module 1 labs focus on orientation and verification — no destructive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⚠️ Shared tenant = prevent collisions. Most hands-on changes happen in participant-isolated practice sites (later modules).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1B2F"/>
                </a:solidFill>
                <a:latin typeface="Segoe UI"/>
              </a:defRPr>
            </a:pPr>
            <a:r>
              <a:t>🔬 Lab 1 Preview — Exploring the Microsoft 365 Environment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441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Task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280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42424"/>
                </a:solidFill>
                <a:latin typeface="Segoe UI"/>
              </a:defRPr>
            </a:pPr>
            <a:r>
              <a:t>Access Microsoft 365 Admin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6276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Sign in, confirm your role and tenant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37744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957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Task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331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42424"/>
                </a:solidFill>
                <a:latin typeface="Segoe UI"/>
              </a:defRPr>
            </a:pPr>
            <a:r>
              <a:t>Review SharePoint Online tenant 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791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Navigate SharePoint admin center, explore settings areas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42900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472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Task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383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42424"/>
                </a:solidFill>
                <a:latin typeface="Segoe UI"/>
              </a:defRPr>
            </a:pPr>
            <a:r>
              <a:t>Check Service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7307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Find current service status for SharePoint &amp; OneDrive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4340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48056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4988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Task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434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42424"/>
                </a:solidFill>
                <a:latin typeface="Segoe UI"/>
              </a:defRPr>
            </a:pPr>
            <a:r>
              <a:t>Review Message Center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7823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Identify recent announcements affecting SharePoint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7784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78D4"/>
                </a:solidFill>
                <a:latin typeface="Segoe UI"/>
              </a:defRPr>
            </a:pPr>
            <a:r>
              <a:t>📸 Capture screenshots of: your admin role, service health status, and at least one Message Center post.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Segoe UI"/>
              </a:defRPr>
            </a:pPr>
            <a:r>
              <a:t>🧠 Knowledge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48640" cy="457200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1247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Which Microsoft 365 component is responsible for identity and access control?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→ Microsoft Entra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548640" cy="457200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762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Why should a SharePoint admin care about Message Center?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06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→ It announces changes that can affect governance, features, and 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548640" cy="457200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2278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00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Name two conceptual differences between SharePoint Online and SharePoint Server.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657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→ Cloud vs self-operated; continuous vs scheduled; integration model differs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51960"/>
            <a:ext cx="548640" cy="457200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2793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51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What is the safe approach to service limits in documentation?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→ Verify current values in official docs; avoid memorized numbers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💬 Discuss with your neighbour — then we'll share answers.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1  |  Introduction to Microsoft 365 &amp; SharePoint 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