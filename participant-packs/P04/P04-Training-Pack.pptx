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Northwind — Participant P04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Modern SharePoint Online for Administrators (3-Day, 2026 aligned)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Project Northwind Intranet Modernization | 2026-02-09 | P04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Your key artifacts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Practice site: NW-P04-ProjectSite</a:t>
            </a:r>
          </a:p>
          <a:p>
            <a:r>
              <a:t>Module 4 library: NW-P04-Contracts</a:t>
            </a:r>
          </a:p>
          <a:p>
            <a:r>
              <a:t>Folders: 01-Drafts / 02-InReview / 03-Final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Project Northwind Intranet Modernization | 2026-02-09 | P04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Safety rules (shared tenant)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Work only inside your own NW-Pxx content.</a:t>
            </a:r>
          </a:p>
          <a:p>
            <a:r>
              <a:t>No tenant-wide changes unless trainer-led.</a:t>
            </a:r>
          </a:p>
          <a:p>
            <a:r>
              <a:t>Keep unique permissions minimal (library boundary first).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Project Northwind Intranet Modernization | 2026-02-09 | P04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