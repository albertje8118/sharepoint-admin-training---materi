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Trainer Pack — Northwind Shared Tenant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only modify their own NW-Pxx artifacts.</a:t>
            </a:r>
          </a:p>
          <a:p>
            <a:r>
              <a:t>Tenant-wide settings/policies are trainer-led only.</a:t>
            </a:r>
          </a:p>
          <a:p>
            <a:r>
              <a:t>Term store is tenant-wide: NW-Pxx naming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Roster and checkpoints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Roster: P01, P02, P03, P04, P05, P06, P07, P08, P09, P10</a:t>
            </a:r>
          </a:p>
          <a:p>
            <a:r>
              <a:t>M4: Library boundary + one folder unique permissions</a:t>
            </a:r>
          </a:p>
          <a:p>
            <a:r>
              <a:t>M5: Term group/set created (or local fallback) + managed metadata column</a:t>
            </a:r>
          </a:p>
          <a:p>
            <a:r>
              <a:t>M6–M9: use seed content; keep policy changes trainer-only</a:t>
            </a:r>
          </a:p>
          <a:p>
            <a:r>
              <a:t>M10: PowerShell exports only; NW-Pxx scoped</a:t>
            </a:r>
          </a:p>
          <a:p>
            <a:r>
              <a:t>M11: Ops worksheets completed; change requests documented</a:t>
            </a:r>
          </a:p>
          <a:p>
            <a:r>
              <a:t>M12 (optional): Approval flow + Power Apps custom form; governance notes captured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